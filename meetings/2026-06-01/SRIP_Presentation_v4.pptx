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90EE60-664E-4AE5-96C2-559D2FF7B615}">
  <a:tblStyle styleId="{7090EE60-664E-4AE5-96C2-559D2FF7B6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HNN as Cyclic Combinational Logic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Work Deep Dive</a:t>
            </a:r>
            <a:endParaRPr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HNN as Cyclic Combinational Logic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Work Deep Dive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Bill Asked — and the Finding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Task: find any prior work implementing HNN as a cyclic combinational circuit,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with a Boolean threshold function precomputed at synthesis, not evaluated at runtime.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Result after surveying 30+ papers across 40 years of HNN hardware: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prior implementation precomputes the neuron update as a complete Boolean truth table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prior implementation uses direct feedback wires as recurrent connections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Every digital implementation uses runtime multiply-accumulate + a digital comparator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LUT-HNN is the first implementation that is structurally a cyclic combinational circuit.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Bill Asked — and the Finding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Task: find any prior work implementing HNN as a cyclic combinational circuit,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with a Boolean threshold function precomputed at synthesis, not evaluated at runtime.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Result after surveying 30+ papers across 40 years of HNN hardware: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prior implementation precomputes the neuron update as a complete Boolean truth table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prior implementation uses direct feedback wires as recurrent connections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Every digital implementation uses runtime multiply-accumulate + a digital comparator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LUT-HNN is the first implementation that is structurally a cyclic combinational circuit.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All Prior HNN Hardware Works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universal pattern — used in every analog, digital ASIC, FPGA, and memristor design: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Step 1: multiply each weight Wᵢⱼ by neighbour state sⱼ at runtime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Step 2: accumulate the products to form the local field hᵢ = Σ Wᵢⱼ sⱼ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Step 3: apply a digital or analog comparator: sᵢ ← sign(hᵢ)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weight matrix W is always present in hardware: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Analog: resistor ladders or CMOS synapse arrays (Graf 1987, Tank 1986)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Digital FPGA: weights stored in BRAM, multiplied each clock cycle (Mansour 2011, Hikawa 2010)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Memristor: crossbar current sum IS the weighted sum, comparator applied externally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All Prior HNN Hardware Works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universal pattern — used in every analog, digital ASIC, FPGA, and memristor design: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Step 1: multiply each weight Wᵢⱼ by neighbour state sⱼ at runtime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Step 2: accumulate the products to form the local field hᵢ = Σ Wᵢⱼ sⱼ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Step 3: apply a digital or analog comparator: sᵢ ← sign(hᵢ)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weight matrix W is always present in hardware: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Analog: resistor ladders or CMOS synapse arrays (Graf 1987, Tank 1986)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Digital FPGA: weights stored in BRAM, multiplied each clock cycle (Mansour 2011, Hikawa 2010)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Memristor: crossbar current sum IS the weighted sum, comparator applied externally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LUT-HNN Difference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Instead of computing sᵢ ← sign(Σ Wᵢⱼ sⱼ) at runtime, precompute it entirely at synthesis: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For each neuron i, enumerate all 2^(N-1) possible input combinations of neighbour states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Evaluate sign(Σ Wᵢⱼ sⱼ) for every combination — offline, once, at synthesis time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Store the result as a Boolean truth table in the FPGA LUT fabric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At runtime: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N-1 neighbour states are wired directly as LUT address bits — no arithmetic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LUT output is sᵢ — the neuron's new state — with no comparator, no multiplier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weight matrix W does not exist at runtime. It was consumed by the LUT synthesis.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This is a precomputed Boolean function, not a computed arithmetic expression.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LUT-HNN Difference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Instead of computing sᵢ ← sign(Σ Wᵢⱼ sⱼ) at runtime, precompute it entirely at synthesis: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For each neuron i, enumerate all 2^(N-1) possible input combinations of neighbour states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Evaluate sign(Σ Wᵢⱼ sⱼ) for every combination — offline, once, at synthesis time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Store the result as a Boolean truth table in the FPGA LUT fabric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At runtime: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N-1 neighbour states are wired directly as LUT address bits — no arithmetic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LUT output is sᵢ — the neuron's new state — with no comparator, no multiplier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weight matrix W does not exist at runtime. It was consumed by the LUT synthesis.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This is a precomputed Boolean function, not a computed arithmetic expression.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Work Survey: Who Built What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Analog VLSI: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Hopfield &amp; Tank 1985 (Bell Labs, RC circuits + op-amps), Graf &amp; Jackel 1987 (N=256 CMOS)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Threshold = op-amp saturation. Weighted sum computed by parallel currents.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Digital ASIC / FPGA: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Jankowski et al. 1996, Hikawa 2003–10, Mansour 2011 — all: weight RAM + MAC + comparator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p-Bit FPGA (Camsari 2017, Hassan DAC 2021) — tanh/sign LUT + LFSR noise + weight RAM + MAC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Emerging hardware: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Memristor crossbars (Nature Comms 2015, 2021, 2024, 2025) — crossbar current = weighted sum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Quantum HNN (IBM Q 2021) — majority vote over measurement shots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Spin-memristor TLG (arXiv 2014) — device physics IS the threshold, gate-level only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Work Survey: Who Built What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Analog VLSI: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Hopfield &amp; Tank 1985 (Bell Labs, RC circuits + op-amps), Graf &amp; Jackel 1987 (N=256 CMOS)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Threshold = op-amp saturation. Weighted sum computed by parallel currents.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Digital ASIC / FPGA: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Jankowski et al. 1996, Hikawa 2003–10, Mansour 2011 — all: weight RAM + MAC + comparator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p-Bit FPGA (Camsari 2017, Hassan DAC 2021) — tanh/sign LUT + LFSR noise + weight RAM + MAC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Emerging hardware: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Memristor crossbars (Nature Comms 2015, 2021, 2024, 2025) — crossbar current = weighted sum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Quantum HNN (IBM Q 2021) — majority vote over measurement shots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Spin-memristor TLG (arXiv 2014) — device physics IS the threshold, gate-level only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"Cyclic Combinational" Means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Standard digital logic teaching: feedback loops make a circuit sequential (stateful).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Riedel &amp; Bruck, DAC 2003 (Best Paper): this is not always true.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 circuit with feedback is combinational if for every input, it has a unique stable output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output depends only on the current input, not on history — despite the feedback wires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Such circuits can implement Boolean functions with fewer gates than any acyclic design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Well-behavedness (Riedel-Bruck): the circuit must converge to a unique fixed point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for every input — no oscillation, no multi-stability for any given input.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Cyclic circuits are not just theoretically allowed — they are synthesis-correct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Tools (Espresso, ABC) can verify and optimise them; they map directly to FPGA LUT fabric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"Cyclic Combinational" Means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Standard digital logic teaching: feedback loops make a circuit sequential (stateful).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Riedel &amp; Bruck, DAC 2003 (Best Paper): this is not always true.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 circuit with feedback is combinational if for every input, it has a unique stable output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output depends only on the current input, not on history — despite the feedback wires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Such circuits can implement Boolean functions with fewer gates than any acyclic design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Well-behavedness (Riedel-Bruck): the circuit must converge to a unique fixed point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for every input — no oscillation, no multi-stability for any given input.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Cyclic circuits are not just theoretically allowed — they are synthesis-correct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Tools (Espresso, ABC) can verify and optimise them; they map directly to FPGA LUT fabric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Bruck Thread: Convergence Theory to Cyclic Logic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same researcher — Jehoshua Bruck (Caltech) — authored both foundational papers: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Bruck 1990: 'On the Convergence Properties of the Hopfield Model,' Proc. IEEE 78(10)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Proves async HNN always converges — no input leads to sustained oscillation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This is precisely the well-behavedness condition for a cyclic combinational circuit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Riedel &amp; Bruck 2003: 'The Synthesis of Cyclic Combinational Circuits,' DAC (Best Paper)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Formalises cyclic combinational logic — circuits with feedback that are still memoryless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Provides synthesis and verification framework; no connection to HNNs in the paper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13 years, same author, two frameworks that fit together exactly.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No paper has ever united them. The LUT-HNN is the first hardware realization of the union.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Bruck Thread: Convergence Theory to Cyclic Logic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same researcher — Jehoshua Bruck (Caltech) — authored both foundational papers: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Bruck 1990: 'On the Convergence Properties of the Hopfield Model,' Proc. IEEE 78(10)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Proves async HNN always converges — no input leads to sustained oscillation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This is precisely the well-behavedness condition for a cyclic combinational circuit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Riedel &amp; Bruck 2003: 'The Synthesis of Cyclic Combinational Circuits,' DAC (Best Paper)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Formalises cyclic combinational logic — circuits with feedback that are still memoryless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  Provides synthesis and verification framework; no connection to HNNs in the paper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13 years, same author, two frameworks that fit together exactly.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No paper has ever united them. The LUT-HNN is the first hardware realization of the union.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Equivalence: Async HNN = Cyclic Combinational Circuit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mapping is exact, not approximate: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Each neuron i implements a Boolean threshold function fᵢ(s₁,...,sₙ) = sign(Σ Wᵢⱼ sⱼ)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recurrent connections Wᵢⱼ become feedback wires: output of neuron j feeds input of neuron i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network has feedback loops — it is cyclic by construction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Why it is combinational (not sequential):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Bruck 1990 proves async update always converges to a fixed point — every input is well-behaved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At a fixed point, fᵢ(s*) = sᵢ* for all i — outputs are consistent with inputs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stable output depends only on initial state, not on update history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This satisfies the Riedel-Bruck definition exactly. The HNN IS a cyclic combinational circuit.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Equivalence: Async HNN = Cyclic Combinational Circuit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mapping is exact, not approximate: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Each neuron i implements a Boolean threshold function fᵢ(s₁,...,sₙ) = sign(Σ Wᵢⱼ sⱼ)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recurrent connections Wᵢⱼ become feedback wires: output of neuron j feeds input of neuron i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network has feedback loops — it is cyclic by construction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Why it is combinational (not sequential):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Bruck 1990 proves async update always converges to a fixed point — every input is well-behaved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At a fixed point, fᵢ(s*) = sᵢ* for all i — outputs are consistent with inputs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stable output depends only on initial state, not on update history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This satisfies the Riedel-Bruck definition exactly. The HNN IS a cyclic combinational circuit.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Implementation Variants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Phase 1 — Clocked LUT (implemented):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Flip-flops hold state. Each clock edge: all LUT inputs sampled, outputs registered.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Update is synchronous but logically identical to async — one neuron updated per cycle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Standard FPGA design flow; timing closure straightforward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Phase 2 — Combinational Feedback (proposed, novel):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flip-flops. LUT outputs wire directly back to LUT inputs.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Settlement occurs through propagation delay — purely combinational relaxation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clock signal at all. The circuit IS the Riedel-Bruck cyclic combinational realization.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Convergence guaranteed by Bruck 1990 — propagation delay acts as the async update schedule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Phase 2 has never been built. It is the cleanest instantiation of the theory.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Implementation Variants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Phase 1 — Clocked LUT (implemented):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Flip-flops hold state. Each clock edge: all LUT inputs sampled, outputs registered.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Update is synchronous but logically identical to async — one neuron updated per cycle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Standard FPGA design flow; timing closure straightforward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Phase 2 — Combinational Feedback (proposed, novel):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flip-flops. LUT outputs wire directly back to LUT inputs.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Settlement occurs through propagation delay — purely combinational relaxation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clock signal at all. The circuit IS the Riedel-Bruck cyclic combinational realization.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Convergence guaranteed by Bruck 1990 — propagation delay acts as the async update schedule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Phase 2 has never been built. It is the cleanest instantiation of the theory.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Closest Prior Work: p-Bit FPGA — Still Different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closest prior work: Camsari et al. (Physical Review X 2017, arXiv 2017) and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Hassan et al. (DAC 2021, arXiv:2101.00147) — FPGA implementations of p-Bits.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What they do that looks similar: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Use a LUT on FPGA for the activation function (tanh approximation)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Async sequential update order — one neuron at a time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Why they are fundamentally different: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LUT stores a piecewise-linear approximation of tanh(x) — a function of a scalar input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weighted sum Σ Wᵢⱼ sⱼ is still computed at runtime; W is still in BRAM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LUT is a function approximator, not a truth table over all 2^(N-1) inputs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An LFSR generates stochastic noise; the update is probabilistic, not deterministic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LUT-HNN uses no W at runtime, no MAC, no noise — just address-in, bit-out.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Closest Prior Work: p-Bit FPGA — Still Different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closest prior work: Camsari et al. (Physical Review X 2017, arXiv 2017) and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Hassan et al. (DAC 2021, arXiv:2101.00147) — FPGA implementations of p-Bits.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What they do that looks similar: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Use a LUT on FPGA for the activation function (tanh approximation)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Async sequential update order — one neuron at a time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Why they are fundamentally different: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LUT stores a piecewise-linear approximation of tanh(x) — a function of a scalar input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weighted sum Σ Wᵢⱼ sⱼ is still computed at runtime; W is still in BRAM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The LUT is a function approximator, not a truth table over all 2^(N-1) inputs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An LFSR generates stochastic noise; the update is probabilistic, not deterministic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LUT-HNN uses no W at runtime, no MAC, no noise — just address-in, bit-out.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Novelty Claim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LUT-HNN is the first hardware implementation that: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Precomputes the complete Boolean truth table of each neuron's threshold function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Eliminates all runtime arithmetic — no multipliers, no adders, no comparators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Uses FPGA feedback routing as the literal recurrent weight connections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Structurally instantiates the Riedel-Bruck cyclic combinational circuit framework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theoretical foundations have existed since 1990 (Bruck) and 2003 (Riedel-Bruck).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No prior implementation — analog, digital ASIC, FPGA, memristor, or quantum — has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used this architecture. The architectural gap is confirmed across 40 years of literature.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Next: verify Phase 2 (combinational feedback) in simulation; scale to N=20 benchmark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Novelty Claim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LUT-HNN is the first hardware implementation that: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Precomputes the complete Boolean truth table of each neuron's threshold function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Eliminates all runtime arithmetic — no multipliers, no adders, no comparators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Uses FPGA feedback routing as the literal recurrent weight connections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Structurally instantiates the Riedel-Bruck cyclic combinational circuit framework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theoretical foundations have existed since 1990 (Bruck) and 2003 (Riedel-Bruck).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No prior implementation — analog, digital ASIC, FPGA, memristor, or quantum — has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used this architecture. The architectural gap is confirmed across 40 years of literature.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Next: verify Phase 2 (combinational feedback) in simulation; scale to N=20 benchmark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Method Comparison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Method              |  Capacity   |  Supervised  |  FPGA Fit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─────────────────────────────────────────────────────────────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Hebbian             |  0.138N     |  No          |  Excellent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Storkey             |  ~0.22N     |  No          |  Excellent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Pseudo-inverse      |  N          |  No          |  Good (offline)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Perceptron SGD      |  ~0.64N     |  No          |  Excellent (FSM)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Equilibrium Prop.   |  Loss-dep   |  Yes         |  Good (EqSpike)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MPF                 |  ≥1/neuron  |  No          |  Good (sparse)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DEQ Adjoint         |  Loss-dep   |  Yes         |  Moderate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Add bias vector b to hopfield_net.py — unlocks all Ising / optimisation problems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Implement from_ising(J, h) and from_qubo(Q) classmethods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Demo: MaxCut on small graph — validate Ising mode vs known optimum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Demo: Number partitioning — simplest bias-free problem after MaxCut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Implement perceptron / 3-threshold SGD rule — target ~0.64N capacity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Explore Equilibrium Propagation for supervised pattern completion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Phase 2 hardware: integrate bias bᵢ into LUT truth table generation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Espresso handles bᵢ transparently as a threshold shift — no pipeline changes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