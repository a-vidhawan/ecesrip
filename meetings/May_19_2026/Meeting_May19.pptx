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280160"/>
            <a:ext cx="73152" cy="2560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887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Hopfield Networks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Inference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19 Meeting  -  ECE SRIP  -  Code Review, Deep Dive &amp; MNIST Demo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0" y="3200400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01968" y="3200400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03136" y="3200400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04304" y="3200400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05472" y="3200400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3200400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07808" y="3200400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08976" y="3200400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0144" y="3200400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11312" y="3200400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340156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3401568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03136" y="340156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04304" y="3401568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05472" y="3401568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340156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07808" y="3401568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08976" y="340156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10144" y="3401568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11312" y="3401568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602736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3602736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03136" y="3602736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04304" y="3602736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05472" y="3602736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6640" y="3602736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7808" y="3602736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08976" y="3602736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10144" y="3602736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11312" y="3602736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3803904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01968" y="3803904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03136" y="3803904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04304" y="3803904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3803904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06640" y="3803904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07808" y="3803904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08976" y="3803904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10144" y="3803904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11312" y="3803904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4005072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01968" y="4005072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03136" y="4005072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04304" y="4005072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05472" y="4005072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06640" y="4005072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07808" y="4005072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08976" y="4005072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10144" y="4005072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11312" y="4005072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4206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- {-1, +1}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58368"/>
            <a:ext cx="457200" cy="7132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9494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Repo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0241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pipeline, C sim, RTL - what each file does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499616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99616"/>
            <a:ext cx="457200" cy="7132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9961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53619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Specs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18653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we're using, format, size, evaluation protocol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40864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40864"/>
            <a:ext cx="457200" cy="7132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4086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37744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Deep Dive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70662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Hebbian rule, Storkey rule, comparison table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182112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82112"/>
            <a:ext cx="457200" cy="7132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18211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21868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&amp; Convergence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5478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Async/sync update, energy function, fixed-point detection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023360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023360"/>
            <a:ext cx="457200" cy="7132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02336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40599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Visualization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389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store digits - corrupt - retrieve - energy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Repo Overview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Code &amp; Repo Overview  -  Pipeline at a Glance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353312" cy="1051560"/>
          </a:xfrm>
          <a:prstGeom prst="rect">
            <a:avLst/>
          </a:prstGeom>
          <a:solidFill>
            <a:srgbClr val="2E86AB"/>
          </a:solidFill>
          <a:ln w="12700">
            <a:solidFill>
              <a:srgbClr val="BBBB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77240"/>
            <a:ext cx="135331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 vectors)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627632" y="1303020"/>
            <a:ext cx="201168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777240"/>
            <a:ext cx="1353312" cy="1051560"/>
          </a:xfrm>
          <a:prstGeom prst="rect">
            <a:avLst/>
          </a:prstGeom>
          <a:solidFill>
            <a:srgbClr val="1B4F72"/>
          </a:solidFill>
          <a:ln w="12700">
            <a:solidFill>
              <a:srgbClr val="BBBB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777240"/>
            <a:ext cx="135331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hopfield_train.py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Hebbian / Storkey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W matrix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82112" y="1303020"/>
            <a:ext cx="201168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777240"/>
            <a:ext cx="1353312" cy="1051560"/>
          </a:xfrm>
          <a:prstGeom prst="rect">
            <a:avLst/>
          </a:prstGeom>
          <a:solidFill>
            <a:srgbClr val="1B4F72"/>
          </a:solidFill>
          <a:ln w="12700">
            <a:solidFill>
              <a:srgbClr val="BBBB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777240"/>
            <a:ext cx="135331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truth_table_gen.py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2- inputs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per-neuron TT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36592" y="1303020"/>
            <a:ext cx="201168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777240"/>
            <a:ext cx="1353312" cy="1051560"/>
          </a:xfrm>
          <a:prstGeom prst="rect">
            <a:avLst/>
          </a:prstGeom>
          <a:solidFill>
            <a:srgbClr val="1B4F72"/>
          </a:solidFill>
          <a:ln w="12700">
            <a:solidFill>
              <a:srgbClr val="BBBB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777240"/>
            <a:ext cx="135331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logic_minimize.py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Quine-McCluskey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SOP cover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91072" y="1303020"/>
            <a:ext cx="201168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777240"/>
            <a:ext cx="1353312" cy="1051560"/>
          </a:xfrm>
          <a:prstGeom prst="rect">
            <a:avLst/>
          </a:prstGeom>
          <a:solidFill>
            <a:srgbClr val="1B4F72"/>
          </a:solidFill>
          <a:ln w="12700">
            <a:solidFill>
              <a:srgbClr val="BBBB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777240"/>
            <a:ext cx="135331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sv_export.py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SV assign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.sv file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45552" y="1303020"/>
            <a:ext cx="201168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777240"/>
            <a:ext cx="1353312" cy="1051560"/>
          </a:xfrm>
          <a:prstGeom prst="rect">
            <a:avLst/>
          </a:prstGeom>
          <a:solidFill>
            <a:srgbClr val="1A7A4A"/>
          </a:solidFill>
          <a:ln w="12700">
            <a:solidFill>
              <a:srgbClr val="BBBB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0" y="777240"/>
            <a:ext cx="1353312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/ FPGA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(Artix-7)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554480" y="2148840"/>
            <a:ext cx="1645920" cy="777240"/>
          </a:xfrm>
          <a:prstGeom prst="rect">
            <a:avLst/>
          </a:prstGeom>
          <a:solidFill>
            <a:srgbClr val="5D4E75"/>
          </a:solidFill>
          <a:ln w="12700">
            <a:solidFill>
              <a:srgbClr val="BBBB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54480" y="2148840"/>
            <a:ext cx="16459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c_sim/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reference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(cross-verify)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77440" y="1828800"/>
            <a:ext cx="0" cy="320040"/>
          </a:xfrm>
          <a:prstGeom prst="line">
            <a:avLst/>
          </a:prstGeom>
          <a:noFill/>
          <a:ln w="19050">
            <a:solidFill>
              <a:srgbClr val="5D4E75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274320" y="32461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Python  |  C Sim  |  RTL Output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58444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python/hopfield_train.py - python/truth_table_gen.py - python/logic_minimize.py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381304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python/sv_export.py - python/pipeline.py   |   c_sim/hopfield_train.c - hopfield_sim.c - hopfield.h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74320" y="404164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rtl/hopfield_top.sv - neuron_bank.sv - weight_rom.sv - update_ctrl.sv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Code Chunks - Specifications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594360"/>
          <a:ext cx="8686800" cy="4297680"/>
        </p:xfrm>
        <a:graphic>
          <a:graphicData uri="http://schemas.openxmlformats.org/drawingml/2006/table">
            <a:tbl>
              <a:tblPr/>
              <a:tblGrid>
                <a:gridCol w="1920240"/>
                <a:gridCol w="2194560"/>
                <a:gridCol w="2560320"/>
                <a:gridCol w="20116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8DADC"/>
                          </a:solidFill>
                        </a:rPr>
                        <a:t>File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8DADC"/>
                          </a:solidFill>
                        </a:rPr>
                        <a:t>Purpose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8DADC"/>
                          </a:solidFill>
                        </a:rPr>
                        <a:t>Key Functions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8DADC"/>
                          </a:solidFill>
                        </a:rPr>
                        <a:t>In - Out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hopfield_train.py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Hebbian &amp; Storkey weight learning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train_hebbian()  train_storkey()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update_async()  energy()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Pattern list  -  W.npy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truth_table_gen.py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Enumerate neuron update functions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enumerate_truth_tables()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save_csv()  save_json()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W.npy  -  TT CSV + JSON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logic_minimize.py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Q-M Boolean minimization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+ hazard-free cover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minimize_all()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hazard_free_cover()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Truth tables  -  SOP cover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sv_export.py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SystemVerilog code generation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generate_sv()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Cover + TT  -  .sv file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pipeline.py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End-to-end driver script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stage_train/tt/minimize/sv()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CLI args  -  all artifacts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hopfield_train.c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C weight computation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hopfield_train_hebbian()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hopfield_train_storkey()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Pattern arrays  -  W.txt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hopfield_sim.c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C simulation + demo main()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hopfield_run_async/sync()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hopfield_energy()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</a:rPr>
                        <a:t>W + state  -  converged state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Datasets &amp; Evaluation Protocol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251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58368"/>
            <a:ext cx="425196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5836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Bipolar (Small)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04241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8 neurons - P = 3 patterns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Dtype: int8  -1  |  Seed: 42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38328" y="15179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pipeline demo, SV synthesis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1828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~1 pattern (alpha=0.138)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658368"/>
            <a:ext cx="4251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658368"/>
            <a:ext cx="425196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65836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Bipolar (Medium)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18888" y="104241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16 neurons - P = 4 patterns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Dtype: int8  -1  |  Seed: 42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18888" y="15179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testing, C sim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18888" y="1828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~2 patterns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251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578608"/>
            <a:ext cx="425196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57860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Digits (8-8)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" y="296265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64 neurons - P = 5 patterns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Binarised MNIST-like  -1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" y="34381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demo, visual verification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~9 patterns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578608"/>
            <a:ext cx="4251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578608"/>
            <a:ext cx="425196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57860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Pattern File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18888" y="296265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.txt  -  one row per pattern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Space-separated -1 integers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18888" y="34381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Application-specific data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18888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by N and 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4370832"/>
            <a:ext cx="8686800" cy="566928"/>
          </a:xfrm>
          <a:prstGeom prst="rect">
            <a:avLst/>
          </a:prstGeom>
          <a:solidFill>
            <a:srgbClr val="EAF4F4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407408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store P patterns  -  corrupt each with k bit-flips  -  run updates  -  check overlap m = (1/N) xi.s  -&gt;  1.0 = perfect recall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Deep Dive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Hebbian Learning  (Outer-Product Rule)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85953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21792"/>
            <a:ext cx="73152" cy="1170432"/>
          </a:xfrm>
          <a:prstGeom prst="rect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(1/N) * Sum_mu  xi_mu * (xi_mu)^T    with W_ii = 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1338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term xi_i * xi_j reinforces connections between neurons that agree in pattern mu.  Diagonal zeroed - no self-excitation.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4160520" cy="868680"/>
          </a:xfrm>
          <a:prstGeom prst="rect">
            <a:avLst/>
          </a:prstGeom>
          <a:solidFill>
            <a:srgbClr val="EBF5FB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993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2585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 computed in one pass over all patterns.  O(N-P) time.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938528"/>
            <a:ext cx="4160520" cy="868680"/>
          </a:xfrm>
          <a:prstGeom prst="rect">
            <a:avLst/>
          </a:prstGeom>
          <a:solidFill>
            <a:srgbClr val="EBF5FB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27448" y="1993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27448" y="22585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alpha_max ~= 0.138  -&gt;  ~0.138N patterns reliably stored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60520" cy="868680"/>
          </a:xfrm>
          <a:prstGeom prst="rect">
            <a:avLst/>
          </a:prstGeom>
          <a:solidFill>
            <a:srgbClr val="EBF5FB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3072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Spurious States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3375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patterns (-) and mixtures are also attractors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3017520"/>
            <a:ext cx="4160520" cy="868680"/>
          </a:xfrm>
          <a:prstGeom prst="rect">
            <a:avLst/>
          </a:prstGeom>
          <a:solidFill>
            <a:srgbClr val="EBF5FB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27448" y="3072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Hardware-Friendly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27448" y="33375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outer-product sum; weights are integers if N is small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169664"/>
            <a:ext cx="8595360" cy="685800"/>
          </a:xfrm>
          <a:prstGeom prst="rect">
            <a:avLst/>
          </a:prstGeom>
          <a:solidFill>
            <a:srgbClr val="1E2233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2062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np.zeros((N, N))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xi in patterns:  W += np.outer(xi, xi)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/= N;  np.fill_diagonal(W, 0)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Storkey Learning Rule  (Higher Capacity)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8595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21792"/>
            <a:ext cx="73152" cy="1325880"/>
          </a:xfrm>
          <a:prstGeom prst="rect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 &lt;-  W  +  (1/N) [ xi*xi^T  -  h*xi^T  -  xi*h^T 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h_i  =  Sum_{k!=i} W_ik * xi_k    (local field from current weights, excluding diagonal)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264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terms h- + -h- subtract interference from previously stored patterns.  Applied once per pattern, in order.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416052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1214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Hebbian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542032"/>
            <a:ext cx="416052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420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(batch)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26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- 0.138N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310128"/>
            <a:ext cx="416052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310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spurious states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694176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6941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Order-independent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078224"/>
            <a:ext cx="416052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0782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implement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121408"/>
            <a:ext cx="416052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1214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Storkey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17720" y="2542032"/>
            <a:ext cx="416052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5420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(online)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926080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926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- 0.14-0.22N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3310128"/>
            <a:ext cx="416052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310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spurious states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3694176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6941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Order-dependent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4078224"/>
            <a:ext cx="416052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0782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 compute per pattern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Training Methods Comparison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594360"/>
          <a:ext cx="8686800" cy="43434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2011680"/>
                <a:gridCol w="21031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DADC"/>
                          </a:solidFill>
                        </a:rPr>
                        <a:t>Property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DADC"/>
                          </a:solidFill>
                        </a:rPr>
                        <a:t>Hebbian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DADC"/>
                          </a:solidFill>
                        </a:rPr>
                        <a:t>Storkey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DADC"/>
                          </a:solidFill>
                        </a:rPr>
                        <a:t>Pseudo-Inverse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Capacity  (alpha = P/N)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~0.138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~0.14-0.22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1.0 (exact up to 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Computation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O(N-P)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O(N-P)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O(N-P + inverse)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One-shot learning?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NO - Sequential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YES (batch)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Error correction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Perfect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Spurious attractors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Many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Fewer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Fewest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Hardware-friendly?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YES - Very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7770D"/>
                          </a:solidFill>
                        </a:rPr>
                        <a:t>CAUTION - Expensive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</a:rPr>
                        <a:t>In this codebase?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&amp; Convergence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Inference (Retrieval) - How It Works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8595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21792"/>
            <a:ext cx="73152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00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s_i  =  sign(  Sum_j  W_ij * s_j  )    =    sign( h_i 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one neuron at a time (async) or all at once (sync)  -  repeat until fixed point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416052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727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Update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993392"/>
            <a:ext cx="416052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933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random neuron updated per step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359152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591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 = -(1/2) s^T W s  monotonically decreases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724912"/>
            <a:ext cx="416052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72491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to fixed point GUARANTEED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090672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0906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Python + C simulation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456432"/>
            <a:ext cx="416052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4564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- 10-20 - N for reliable recall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1572768"/>
            <a:ext cx="416052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5727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Update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1993392"/>
            <a:ext cx="416052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19933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neurons updated simultaneously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2359152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23591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single clock-cycle RTL update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2724912"/>
            <a:ext cx="416052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272491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oscillate (2-cycles) - not always a fixed pt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3090672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30906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hardware FSM (COMPUTE state)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3456432"/>
            <a:ext cx="416052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34564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 check after each full round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169664"/>
            <a:ext cx="8595360" cy="640080"/>
          </a:xfrm>
          <a:prstGeom prst="rect">
            <a:avLst/>
          </a:prstGeom>
          <a:solidFill>
            <a:srgbClr val="1E2233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1970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RTL FSM (update_ctrl.sv):   IDLE  -  COMPUTE  -  CHECK_FP  -  DONE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CHECK_FP: compare state_before vs state_after - equality signals convergence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Lyapunov Energy Function - Why Convergence Is Guaranteed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21792"/>
            <a:ext cx="73152" cy="658368"/>
          </a:xfrm>
          <a:prstGeom prst="rect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E(s)  =  -(1/2)  s^T W s   =  -(1/2)  Sum_{i,j}  W_ij * s_i * s_j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60520" cy="804672"/>
          </a:xfrm>
          <a:prstGeom prst="rect">
            <a:avLst/>
          </a:prstGeom>
          <a:solidFill>
            <a:srgbClr val="E8F8F5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72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Below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647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is finite &amp; symmetric - E has a global minimum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417320"/>
            <a:ext cx="4160520" cy="804672"/>
          </a:xfrm>
          <a:prstGeom prst="rect">
            <a:avLst/>
          </a:prstGeom>
          <a:solidFill>
            <a:srgbClr val="E8F8F5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472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Non-Increasing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7647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async update satisfies: Delta_E = -(s_i_new - s_i)*h_i &lt;= 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441448"/>
            <a:ext cx="4160520" cy="804672"/>
          </a:xfrm>
          <a:prstGeom prst="rect">
            <a:avLst/>
          </a:prstGeom>
          <a:solidFill>
            <a:srgbClr val="EBF5FB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Points = Minima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7889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with no lower-energy neighbor is a fixed point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2441448"/>
            <a:ext cx="4160520" cy="804672"/>
          </a:xfrm>
          <a:prstGeom prst="rect">
            <a:avLst/>
          </a:prstGeom>
          <a:solidFill>
            <a:srgbClr val="EBF5FB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State Space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7889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{-1,+1}^N has 2^N states - must reach minimum in finite steps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520440"/>
            <a:ext cx="8595360" cy="1325880"/>
          </a:xfrm>
          <a:prstGeom prst="rect">
            <a:avLst/>
          </a:prstGeom>
          <a:solidFill>
            <a:srgbClr val="FEF9E7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Spurious Attractors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9136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patterns are designed to be energy minima, but other minima exist too: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Inverted patterns (-)   are always fixed 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Mixture states  (average of k stored patterns)   emerge near capacity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can 'recall' these instead of a stored pattern - happens more near - - 0.138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Visualization  -  Store, Corrupt &amp; Retrieve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Stored Digit Patterns  (sklearn 8-8 Digits, binarised to -1)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digit templates (digits 0-4) stored as bipolar vectors of length 64.  Green = +1 (active neuron), Red = -1 (inactive neuron).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51560"/>
            <a:ext cx="694944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063240"/>
            <a:ext cx="2011680" cy="731520"/>
          </a:xfrm>
          <a:prstGeom prst="rect">
            <a:avLst/>
          </a:prstGeom>
          <a:solidFill>
            <a:srgbClr val="EBF5FB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309067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64 neurons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340156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8-8 pixel grid per digit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50592" y="3063240"/>
            <a:ext cx="2011680" cy="731520"/>
          </a:xfrm>
          <a:prstGeom prst="rect">
            <a:avLst/>
          </a:prstGeom>
          <a:solidFill>
            <a:srgbClr val="EBF5FB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42032" y="309067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5 patterns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42032" y="340156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0, 1, 2, 3, 4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26864" y="3063240"/>
            <a:ext cx="2011680" cy="731520"/>
          </a:xfrm>
          <a:prstGeom prst="rect">
            <a:avLst/>
          </a:prstGeom>
          <a:solidFill>
            <a:srgbClr val="EBF5FB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18304" y="309067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Hebbian training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18304" y="340156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(1/64) * Sum_mu  xi_mu (xi_mu)^T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803136" y="3063240"/>
            <a:ext cx="2011680" cy="731520"/>
          </a:xfrm>
          <a:prstGeom prst="rect">
            <a:avLst/>
          </a:prstGeom>
          <a:solidFill>
            <a:srgbClr val="EBF5FB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94576" y="309067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94576" y="340156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patterns before recall degrades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74320" y="391363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Hebbian rule applied once to all 5 patterns simultaneously - W is 64-64 symmetric matrix with W_ii = 0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Learned Weight Matrix W  (64-64 Hebbian)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strong negative weight (neurons tend to disagree).  Blue = strong positive weight (neurons tend to agree).  Diagonal is forced to zero - no self-connections.</a:t>
            </a:r>
            <a:endParaRPr lang="en-US" sz="1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005840"/>
            <a:ext cx="457200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W_ij = (1/N) * sum_mu  xi_i^mu * xi_j^mu    |    W_ij = W_ji    |    W_ii = 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Retrieval Demo  -  Digit "3"  with 12/64 bits corrupted  (~19% noise, 25 sync steps)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a noisy probe (19% of bits flipped), synchronous updates converge to the stored "3" pattern within a few steps.  Overlap m = (1/N) xi.s -&gt; 1.0.</a:t>
            </a:r>
            <a:endParaRPr lang="en-US" sz="1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24128"/>
            <a:ext cx="8595360" cy="2423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566160"/>
            <a:ext cx="201168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566160"/>
            <a:ext cx="201168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Input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391363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bits flipped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stored digit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50592" y="3566160"/>
            <a:ext cx="201168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50592" y="3566160"/>
            <a:ext cx="2011680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50592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1-3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42032" y="391363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neurons snap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correct state fast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26864" y="3566160"/>
            <a:ext cx="201168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26864" y="3566160"/>
            <a:ext cx="2011680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26864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10-25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18304" y="391363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errors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corrected, m - 1.0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803136" y="3566160"/>
            <a:ext cx="201168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03136" y="3566160"/>
            <a:ext cx="2011680" cy="3200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03136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94576" y="3913632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pattern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Lyapunov Energy During Async Retrieval  (5 digits, 8 bits corrupted each)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decreases monotonically with each asynchronous update step - provably.  All five digit patterns converge to stable energy minima within ~100 steps for N=64.</a:t>
            </a:r>
            <a:endParaRPr lang="en-US" sz="1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24128"/>
            <a:ext cx="8595360" cy="3337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E(s) = -(1/2) s^T W s    |    Delta_E = -(s_i_new - s_i)*h_i &lt;= 0    |    Finite state space -&gt; guaranteed convergence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658368"/>
          </a:xfrm>
          <a:prstGeom prst="rect">
            <a:avLst/>
          </a:prstGeom>
          <a:solidFill>
            <a:srgbClr val="142236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100584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1033272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Python modules + 3 C files covering full train-RTL pipeline.  Well-parameterized by 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746504"/>
            <a:ext cx="8503920" cy="658368"/>
          </a:xfrm>
          <a:prstGeom prst="rect">
            <a:avLst/>
          </a:prstGeom>
          <a:solidFill>
            <a:srgbClr val="142236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46504"/>
            <a:ext cx="100584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4650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819656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Hebbian (simple, one-shot) and Storkey (higher cap, sequential) both implemented.  Hebbian preferred for HW.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532888"/>
            <a:ext cx="8503920" cy="658368"/>
          </a:xfrm>
          <a:prstGeom prst="rect">
            <a:avLst/>
          </a:prstGeom>
          <a:solidFill>
            <a:srgbClr val="142236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532888"/>
            <a:ext cx="100584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3288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260604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update: convergence guaranteed via Lyapunov energy.  Sync update: used in RTL, may 2-cycle.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319272"/>
            <a:ext cx="8503920" cy="658368"/>
          </a:xfrm>
          <a:prstGeom prst="rect">
            <a:avLst/>
          </a:prstGeom>
          <a:solidFill>
            <a:srgbClr val="142236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319272"/>
            <a:ext cx="100584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31927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3392424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 ~0.138N patterns.  At N=64 - ~9 patterns.  Truth-table synthesis only feasible for N-20.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105656"/>
            <a:ext cx="8503920" cy="658368"/>
          </a:xfrm>
          <a:prstGeom prst="rect">
            <a:avLst/>
          </a:prstGeom>
          <a:solidFill>
            <a:srgbClr val="142236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105656"/>
            <a:ext cx="100584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10565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Demo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417880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digits stored in 64-neuron net.  19% corrupted input reliably retrieved within 25 sync steps.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Hopfield Networks: Binary Training &amp; Inference</dc:title>
  <dc:subject>PptxGenJS Presentation</dc:subject>
  <dc:creator>SRIP May 2026</dc:creator>
  <cp:lastModifiedBy>SRIP May 2026</cp:lastModifiedBy>
  <cp:revision>1</cp:revision>
  <dcterms:created xsi:type="dcterms:W3CDTF">2026-05-16T08:08:33Z</dcterms:created>
  <dcterms:modified xsi:type="dcterms:W3CDTF">2026-05-16T08:08:33Z</dcterms:modified>
</cp:coreProperties>
</file>